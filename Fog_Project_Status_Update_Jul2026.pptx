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8FB8E8"/>
                </a:solidFill>
                <a:latin typeface="Calibri"/>
              </a:rPr>
              <a:t>PROJECT STATUS UPDATE  ·  JULY 2026  ·  GROUP STUDIES  ·  TU ILMENAU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Synthetic Fog Augmentation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for Semantic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Fog augmentation now beats the no-fog baseline in every technique family. </a:t>
            </a:r>
            <a:r>
              <a:rPr sz="1600" b="0" i="0">
                <a:solidFill>
                  <a:srgbClr val="C3C2B7"/>
                </a:solidFill>
                <a:latin typeface="Calibri"/>
              </a:rPr>
              <a:t>Two changes since the last status: probabilistic fog application (the “fog prob” fix) and a stronger MiT-B2 backbone — together lifting best mIoU from 0.414 to 0.603.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79476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0050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FB8E8"/>
                </a:solidFill>
                <a:latin typeface="Calibri"/>
              </a:rPr>
              <a:t>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5902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C3C2B7"/>
                </a:solidFill>
                <a:latin typeface="Calibri"/>
              </a:rPr>
              <a:t>experiments total (45 new since last status)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79476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40050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FB8E8"/>
                </a:solidFill>
                <a:latin typeface="Calibri"/>
              </a:rPr>
              <a:t>+6.4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45902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C3C2B7"/>
                </a:solidFill>
                <a:latin typeface="Calibri"/>
              </a:rPr>
              <a:t>best fog config vs baseline, ResNet-101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9476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40050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FB8E8"/>
                </a:solidFill>
                <a:latin typeface="Calibri"/>
              </a:rPr>
              <a:t>0.603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45902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C3C2B7"/>
                </a:solidFill>
                <a:latin typeface="Calibri"/>
              </a:rPr>
              <a:t>best mIoU — MiT-B2 (was 0.414)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794760"/>
            <a:ext cx="2615184" cy="1417320"/>
          </a:xfrm>
          <a:prstGeom prst="roundRect">
            <a:avLst>
              <a:gd name="adj" fmla="val 9000"/>
            </a:avLst>
          </a:prstGeom>
          <a:solidFill>
            <a:srgbClr val="22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4005072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FB8E8"/>
                </a:solidFill>
                <a:latin typeface="Calibri"/>
              </a:rPr>
              <a:t>19 / 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4590288"/>
            <a:ext cx="22128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C3C2B7"/>
                </a:solidFill>
                <a:latin typeface="Calibri"/>
              </a:rPr>
              <a:t>backbone sweep: 18 done · 1 training now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669280"/>
            <a:ext cx="10817352" cy="658368"/>
          </a:xfrm>
          <a:prstGeom prst="roundRect">
            <a:avLst>
              <a:gd name="adj" fmla="val 14000"/>
            </a:avLst>
          </a:prstGeom>
          <a:solidFill>
            <a:srgbClr val="1B2A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1558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6FC86F"/>
                </a:solidFill>
                <a:latin typeface="Calibri"/>
              </a:rPr>
              <a:t>LIVE  </a:t>
            </a:r>
            <a:r>
              <a:rPr sz="1250" b="0" i="0">
                <a:solidFill>
                  <a:srgbClr val="C3C2B7"/>
                </a:solidFill>
                <a:latin typeface="Calibri"/>
              </a:rPr>
              <a:t>MiT-B2 sweep running on the A5000 right now — photometric-low p=0.1, epoch 27/50; 5 runs queued; full sweep complete in ~16 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NEW TECHNIQUE · THE FIX SINCE LAST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Fog Probability — Stop Fogging Every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2514600"/>
          </a:xfrm>
          <a:prstGeom prst="roundRect">
            <a:avLst>
              <a:gd name="adj" fmla="val 5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THEN — LAST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121408"/>
            <a:ext cx="4690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Fog on 100% of training images.  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Every batch was foggy — the model never saw a clear image.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2549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98064"/>
            <a:ext cx="4690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One fixed intensity per run.  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No diversity in fog strength within a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0215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52514E"/>
                </a:solidFill>
                <a:latin typeface="Calibri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74720"/>
            <a:ext cx="469087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Result: all 10 augmented runs lost to baseline (0.414).  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Root cause: underfitting under heavy, relentless fog.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600200"/>
            <a:ext cx="5440680" cy="2514600"/>
          </a:xfrm>
          <a:prstGeom prst="roundRect">
            <a:avLst>
              <a:gd name="adj" fmla="val 5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8308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00"/>
                </a:solidFill>
                <a:latin typeface="Calibri"/>
              </a:rPr>
              <a:t>NOW — PROBABILISTIC FOG (NEW)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488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21408"/>
            <a:ext cx="46908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fog_prob p ∈ {0.1, 0.3, 0.5, 0.7}.  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Each image is fogged with probability p — the model trains on a mix of clear + foggy (professor's “mostly real, some generated”).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9169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89504"/>
            <a:ext cx="46908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Mixed-intensity variant.  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Random β per image instead of one fixed strength.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68503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08300"/>
                </a:solidFill>
                <a:latin typeface="Calibri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469087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23 new ResNet-101 runs sweeping the p × β matrix.  </a:t>
            </a:r>
            <a:r>
              <a:rPr sz="1250" b="0" i="0">
                <a:solidFill>
                  <a:srgbClr val="52514E"/>
                </a:solidFill>
                <a:latin typeface="Calibri"/>
              </a:rPr>
              <a:t>Same protocol as before — only the augmentation recipe changed.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7939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79976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FC86F"/>
                </a:solidFill>
                <a:latin typeface="Calibri"/>
              </a:rPr>
              <a:t>Outcome: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with p &lt; 1, every technique family now beats the no-fog baseline on real ACDC fog.</a:t>
            </a:r>
          </a:p>
        </p:txBody>
      </p:sp>
      <p:pic>
        <p:nvPicPr>
          <p:cNvPr id="23" name="Picture 22" descr="fog_technique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892040"/>
            <a:ext cx="11091672" cy="20897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51967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Same source image under each technique (label = best sweep config · its ACDC mIoU).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IMPROVED · RESULTS WITH FOG PROBABILITY (RESNET-101)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Fog Augmentation Now Beats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l_param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572768"/>
            <a:ext cx="9692640" cy="380103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86400"/>
            <a:ext cx="2697480" cy="1078992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5614416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08300"/>
                </a:solidFill>
                <a:latin typeface="Calibri"/>
              </a:rPr>
              <a:t>13 runs above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916168"/>
            <a:ext cx="23682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Baseline (0.414) drops from rank 1 of 11 to mid-table once p &lt;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5486400"/>
            <a:ext cx="2697480" cy="1078992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5614416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08300"/>
                </a:solidFill>
                <a:latin typeface="Calibri"/>
              </a:rPr>
              <a:t>Best: NN-depth, +6.4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296" y="5916168"/>
            <a:ext cx="23682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β=0.005, p=0.3 → 0.478 — monocular depth wins again.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5486400"/>
            <a:ext cx="2697480" cy="1078992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5614416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Sweet spot: p = 0.1–0.3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5916168"/>
            <a:ext cx="23682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Light-to-moderate fog exposure helps; p=0.7 drifts back down.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2832" y="5486400"/>
            <a:ext cx="2697480" cy="1078992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5614416"/>
            <a:ext cx="23682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4A3AA7"/>
                </a:solidFill>
                <a:latin typeface="Calibri"/>
              </a:rPr>
              <a:t>“Combined” rescued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5916168"/>
            <a:ext cx="23682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0.035 → 0.462 — stacking techniques works once fog is occasional.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IMPROVED · EXTERNAL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Where We Stand vs. Published ACDC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cdc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7503013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0" y="17830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9368" y="1755648"/>
            <a:ext cx="29992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We now pass the paper's source model.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Our best ResNet run (47.8) tops the ACDC paper's un-adapted DeepLabV3+ (45.7).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907791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368" y="2880360"/>
            <a:ext cx="29992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Approaching specialist methods.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GCMA / CMAda (51–52) use real foggy imagery + domain adaptation; we use only synthetic fog on Cityscapes.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03250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4005072"/>
            <a:ext cx="299923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MiT-B2 changes the picture.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Best backbone-sweep run (60.3) would clear every “no real ACDC labels” method — pending the caveat below.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5120640"/>
            <a:ext cx="3291840" cy="1325880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5257800"/>
            <a:ext cx="29260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Caveat: </a:t>
            </a:r>
            <a:r>
              <a:rPr sz="1100" b="0" i="0">
                <a:solidFill>
                  <a:srgbClr val="52514E"/>
                </a:solidFill>
                <a:latin typeface="Calibri"/>
              </a:rPr>
              <a:t>ours is ACDC fog val (100 imgs); paper numbers are the held-out test set (500 imgs, eval server). Directionally meaningful, not decimal-comparable.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NEW TECHNIQUE · BACKBONE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POC: SegFormer Encoder (MiT-B2 / FPN)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c_backbo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652272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7830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82128" y="1755648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Why: 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ResNet-101 / DeepLabV3+ was the bottleneck — transformer encoders are known to be more robust to domain shift like fog.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84378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2816352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POC design: 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4 runs, matched at 10 epochs each — both backbones, with and without the best fog config (NN-depth, p=0.3).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904487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8" y="3877055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Result: +13% / +23%.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MiT-B2 wins on baseline (+13% rel.) and by more with fog (+23% rel.) — fog augmentation helps the stronger backbone more.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96519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8" y="4937759"/>
            <a:ext cx="3730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10 epochs already beat 50.  </a:t>
            </a:r>
            <a:r>
              <a:rPr sz="1200" b="0" i="0">
                <a:solidFill>
                  <a:srgbClr val="52514E"/>
                </a:solidFill>
                <a:latin typeface="Calibri"/>
              </a:rPr>
              <a:t>MiT-B2's 10-epoch fog run (0.547) tops the full 50-epoch ResNet sweep winner (0.478).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623560"/>
            <a:ext cx="4023360" cy="777240"/>
          </a:xfrm>
          <a:prstGeom prst="roundRect">
            <a:avLst>
              <a:gd name="adj" fmla="val 7000"/>
            </a:avLst>
          </a:prstGeom>
          <a:solidFill>
            <a:srgbClr val="EA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76072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 i="0">
                <a:solidFill>
                  <a:srgbClr val="008300"/>
                </a:solidFill>
                <a:latin typeface="Calibri"/>
              </a:rPr>
              <a:t>Decision: 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rerun the entire 24-config fog sweep on MiT-B2 at full 50 epochs.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IMPROVED · BACKBONE RESWEEP (IN PROGRESS)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MiT-B2 Full Sweep — Results So Far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tb2_swee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8254362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06840" y="17830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9448" y="1755648"/>
            <a:ext cx="23591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New best: 0.603.  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NN-depth β=0.01, p=0.3 — +9.7 pts over the MiT-B2 baseline (0.507).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8803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9448" y="2852928"/>
            <a:ext cx="23591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Fog gain grows.  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+9.7 pts on MiT-B2 vs +6.4 on ResNet — the augmentation is worth more on the stronger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977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9448" y="3950208"/>
            <a:ext cx="23591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13 of 18 beat baseline.  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All five NN-depth and both combined configs are above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50749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2A78D6"/>
                </a:solidFill>
                <a:latin typeface="Calibr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5047488"/>
            <a:ext cx="2359152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Depth-aware lags here.  </a:t>
            </a:r>
            <a:r>
              <a:rPr sz="1150" b="0" i="0">
                <a:solidFill>
                  <a:srgbClr val="52514E"/>
                </a:solidFill>
                <a:latin typeface="Calibri"/>
              </a:rPr>
              <a:t>Stereo-depth fog is the weakest family on MiT-B2 — monocular NN-depth is the clear winner.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IN PROGRESS · NEXT 24 HOURS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What's Running Now — and What to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89888"/>
            <a:ext cx="11091672" cy="14630"/>
          </a:xfrm>
          <a:prstGeom prst="rect">
            <a:avLst/>
          </a:prstGeom>
          <a:solidFill>
            <a:srgbClr val="E0D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RUNNING NOW  ·  RTX A5000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photometric_low  p=0.1  (MiT-B2)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42032"/>
            <a:ext cx="4983480" cy="237744"/>
          </a:xfrm>
          <a:prstGeom prst="roundRect">
            <a:avLst>
              <a:gd name="adj" fmla="val 50000"/>
            </a:avLst>
          </a:prstGeom>
          <a:solidFill>
            <a:srgbClr val="D9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542032"/>
            <a:ext cx="2691079" cy="237744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52928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epoch 27 / 50  ·  ~200 s per epoch  ·  ~1.3 h remaining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Loss converging normally (avg 0.14 at epoch 27) — on track for the usual ~0.75 Cityscapes-val mIoU.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60020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647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2514E"/>
                </a:solidFill>
                <a:latin typeface="Calibri"/>
              </a:rPr>
              <a:t>QUEUED — 5 CONFIGS (~14.5 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21408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photometric_low   p = 0.3, 0.5, 0.7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photometric_med   p = 0.3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photometric_mixed   p = 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310128"/>
            <a:ext cx="5029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52514E"/>
                </a:solidFill>
                <a:latin typeface="Calibri"/>
              </a:rPr>
              <a:t>Sweep script is idempotent and resumable — completes the full 24-run MiT-B2 matrix by early tomorrow morning.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1480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2A78D6"/>
                </a:solidFill>
                <a:latin typeface="Calibri"/>
              </a:rPr>
              <a:t>WHAT TO EXPECT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3602736" cy="1298448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Photometric lands mid-table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73752"/>
            <a:ext cx="3236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On ResNet, photometric-low p=0.3 was the family's best (0.466); photometric-high p=0.3 already scores 0.543 on MiT-B2 — above baseline, below NN-depth's 0.603.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3107" y="4434840"/>
            <a:ext cx="3602736" cy="1298448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5988" y="457200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08300"/>
                </a:solidFill>
                <a:latin typeface="Calibri"/>
              </a:rPr>
              <a:t>Leader unlikely to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5988" y="4873752"/>
            <a:ext cx="3236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NN-depth β=0.01 p=0.3 (0.603) should stay on top — the finished families' ordering matches the ResNet sweep.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5" y="4434840"/>
            <a:ext cx="3602736" cy="1298448"/>
          </a:xfrm>
          <a:prstGeom prst="roundRect">
            <a:avLst>
              <a:gd name="adj" fmla="val 7000"/>
            </a:avLst>
          </a:prstGeom>
          <a:solidFill>
            <a:srgbClr val="F1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5" y="4572000"/>
            <a:ext cx="3236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Then: final compilation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5" y="4873752"/>
            <a:ext cx="32369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 i="0">
                <a:solidFill>
                  <a:srgbClr val="52514E"/>
                </a:solidFill>
                <a:latin typeface="Calibri"/>
              </a:rPr>
              <a:t>Recompile all 56 results, regenerate figures (family comparison, paper benchmark incl. MiT-B2), update report.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0000"/>
            </a:avLst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053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8FB8E8"/>
                </a:solidFill>
                <a:latin typeface="Calibri"/>
              </a:rPr>
              <a:t>Still open: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multi-seed runs for significance  ·  ACDC test-server submission of the best MiT-B2 model  ·  per-class failure analysis on the new winner.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